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b908e926844c12" /><Relationship Type="http://schemas.openxmlformats.org/officeDocument/2006/relationships/extended-properties" Target="/docProps/app.xml" Id="R391d7f5fac2c4d6b" /><Relationship Type="http://schemas.openxmlformats.org/officeDocument/2006/relationships/officeDocument" Target="/ppt/presentation.xml" Id="R7b375b8a6f0e48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d3cfc18d354bf6"/>
  </p:sldMasterIdLst>
  <p:notesMasterIdLst>
    <p:notesMasterId xmlns:r="http://schemas.openxmlformats.org/officeDocument/2006/relationships" r:id="Rd1f4b848ec2c4553"/>
  </p:notesMasterIdLst>
  <p:sldIdLst>
    <p:sldId xmlns:r="http://schemas.openxmlformats.org/officeDocument/2006/relationships" id="256" r:id="Rdb9f4e7128e849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8ef681c0da4fa8" /><Relationship Type="http://schemas.openxmlformats.org/officeDocument/2006/relationships/slideMaster" Target="/ppt/slideMasters/slideMaster1.xml" Id="R31d3cfc18d354bf6" /><Relationship Type="http://schemas.openxmlformats.org/officeDocument/2006/relationships/notesMaster" Target="/ppt/notesMasters/notesMaster1.xml" Id="Rd1f4b848ec2c4553" /><Relationship Type="http://schemas.openxmlformats.org/officeDocument/2006/relationships/presProps" Target="/ppt/presProps.xml" Id="R19d277481cd5485c" /><Relationship Type="http://schemas.openxmlformats.org/officeDocument/2006/relationships/tableStyles" Target="/ppt/tableStyles.xml" Id="R3b468178596448ea" /><Relationship Type="http://schemas.openxmlformats.org/officeDocument/2006/relationships/slide" Target="/ppt/slides/slide1.xml" Id="Rdb9f4e7128e849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4ccb17d9454b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c97adeca594147" /><Relationship Type="http://schemas.openxmlformats.org/officeDocument/2006/relationships/notesMaster" Target="/ppt/notesMasters/notesMaster1.xml" Id="R4e51a9c50db543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Дереккөз: «Лекция 6. Оценка», 25-слайдтағы throughput үлгісі [3,8,4,10,2,7,9,5,6,6]. FitClub backlog: docs/requirements/backlog.md. Жұмыс baseline: docs/plan/release-plan.md. Бұл дерек FitClub-тың нақты тарихы емес.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960963dd1742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99029bff2f4f08" /><Relationship Type="http://schemas.openxmlformats.org/officeDocument/2006/relationships/slideLayout" Target="/ppt/slideLayouts/slideLayout1.xml" Id="Rfd9c36a6ca314f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9c36a6ca314f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6e9a7851f4ce0" /><Relationship Type="http://schemas.openxmlformats.org/officeDocument/2006/relationships/chart" Target="/ppt/slides/charts/chart1.xml" Id="Rd2768fcba6ca4980" /><Relationship Type="http://schemas.openxmlformats.org/officeDocument/2006/relationships/notesSlide" Target="/ppt/notesSlides/notesSlide1.xml" Id="R16dada711fa141b8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>
                <a:latin typeface="Arial"/>
                <a:ea typeface="Arial"/>
                <a:cs typeface="Arial"/>
              </a:rPr>
              <a:t>Аяқталу ұзақтығының таралуы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Ықтималдық</c:v>
          </c:tx>
          <c:spPr>
            <a:solidFill xmlns:a="http://schemas.openxmlformats.org/drawingml/2006/main">
              <a:srgbClr val="167D9A"/>
            </a:solidFill>
          </c:spPr>
          <c:cat>
            <c:strLit>
              <c:ptCount val="5"/>
              <c:pt idx="0">
                <c:v>2 апта</c:v>
              </c:pt>
              <c:pt idx="1">
                <c:v>3 апта</c:v>
              </c:pt>
              <c:pt idx="2">
                <c:v>4 апта</c:v>
              </c:pt>
              <c:pt idx="3">
                <c:v>5 апта</c:v>
              </c:pt>
              <c:pt idx="4">
                <c:v>6 апта</c:v>
              </c:pt>
            </c:strLit>
          </c:cat>
          <c:val>
            <c:numLit>
              <c:formatCode>0%</c:formatCode>
              <c:ptCount val="5"/>
              <c:pt idx="0">
                <c:v>0.253</c:v>
              </c:pt>
              <c:pt idx="1">
                <c:v>0.5345</c:v>
              </c:pt>
              <c:pt idx="2">
                <c:v>0.1887</c:v>
              </c:pt>
              <c:pt idx="3">
                <c:v>0.0228</c:v>
              </c:pt>
              <c:pt idx="4">
                <c:v>0.001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6B8E72-C022-44A4-AAE1-4A648BCE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9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66A2C-DE31-48B9-A376-4B624727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FitClub MVP мерзімінің ықтимал болжамы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2B864-DF6A-4EC6-A397-4D0B329F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70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0"/>
                </a:solidFill>
                <a:latin typeface="Arial"/>
                <a:ea typeface="Arial"/>
                <a:cs typeface="Arial"/>
              </a:rPr>
              <a:t>15 story · 10 000 симуляция · seed 42 · басталу: 08.10.2026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4FBF3-3340-494B-B663-F72B83A7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D9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7D9A"/>
                </a:solidFill>
                <a:latin typeface="Arial"/>
                <a:ea typeface="Arial"/>
                <a:cs typeface="Arial"/>
              </a:rPr>
              <a:t>Заказчикке арналған сақ болжам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294C6-33F9-43B3-A83C-99FDB55E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P85  ·  4 апта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FC35A-FD80-42A4-8CA4-A16420EB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05 қараша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E5B13-262A-449B-A2A4-E6782110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B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B5B"/>
                </a:solidFill>
                <a:latin typeface="Arial"/>
                <a:ea typeface="Arial"/>
                <a:cs typeface="Arial"/>
              </a:rPr>
              <a:t>P50 / P70: 3 апта · 29 қазан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3AC61-A059-4920-859A-1CA994C0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9D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94F34-0AFD-482C-BF20-12C5664D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Жұмыс baseline-ы: 16.12.2026</a:t>
            </a:r>
          </a:p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қайта болжам: 22.10.2026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191125" y="1733550"/>
          <a:ext xmlns:a="http://schemas.openxmlformats.org/drawingml/2006/main" cx="619125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768fcba6ca4980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10F56-D4E0-4DC4-AD1A-E8EE744B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67350"/>
            <a:ext cx="121920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D0DCE6-915A-45E9-825F-3D838115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Маңызды: бұл FitClub тарихы емес, 6-дәрістегі оқу throughput үлгісі.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31DBB-13BA-48C8-9EC5-F6D3C721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76950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AF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AF0"/>
                </a:solidFill>
                <a:latin typeface="Arial"/>
                <a:ea typeface="Arial"/>
                <a:cs typeface="Arial"/>
              </a:rPr>
              <a:t>Сондықтан 05.11 — уәде емес. Екі нақты аптадан кейін өз дерегімізбен қайта есептейміз.</a:t>
            </a:r>
          </a:p>
        </p:txBody>
      </p:sp>
    </p:spTree>
    <p:extLst>
      <p:ext uri="{BB962C8B-B14F-4D97-AF65-F5344CB8AC3E}">
        <p14:creationId xmlns:p14="http://schemas.microsoft.com/office/powerpoint/2010/main" val="68152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2026-10-07T14:20:42.9870000Z</dcterms:created>
  <dcterms:modified xsi:type="dcterms:W3CDTF">2026-10-07T14:20:42.9870000Z</dcterms:modified>
</coreProperties>
</file>